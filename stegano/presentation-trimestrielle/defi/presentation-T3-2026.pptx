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complete.png"/>
          <p:cNvPicPr>
            <a:picLocks noChangeAspect="1"/>
          </p:cNvPicPr>
          <p:nvPr/>
        </p:nvPicPr>
        <p:blipFill>
          <a:blip r:embed="rId2"/>
          <a:srcRect b="32000"/>
          <a:stretch>
            <a:fillRect/>
          </a:stretch>
        </p:blipFill>
        <p:spPr>
          <a:xfrm>
            <a:off x="1097280" y="822960"/>
            <a:ext cx="9966960" cy="68862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6126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Presentation interne - Direction commerciale - T3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